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embeddedFontLst>
    <p:embeddedFont>
      <p:font typeface="Fraunces ExtraBold" panose="020B0604020202020204" charset="0"/>
      <p:regular r:id="rId19"/>
    </p:embeddedFont>
    <p:embeddedFont>
      <p:font typeface="Nobile" panose="020B0604020202020204" charset="0"/>
      <p:regular r:id="rId20"/>
    </p:embeddedFont>
    <p:embeddedFont>
      <p:font typeface="Nobile Bold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F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18" Type="http://schemas.openxmlformats.org/officeDocument/2006/relationships/image" Target="../media/image36.svg"/><Relationship Id="rId3" Type="http://schemas.openxmlformats.org/officeDocument/2006/relationships/image" Target="../media/image21.png"/><Relationship Id="rId21" Type="http://schemas.openxmlformats.org/officeDocument/2006/relationships/image" Target="../media/image39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4.svg"/><Relationship Id="rId20" Type="http://schemas.openxmlformats.org/officeDocument/2006/relationships/image" Target="../media/image3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svg"/><Relationship Id="rId19" Type="http://schemas.openxmlformats.org/officeDocument/2006/relationships/image" Target="../media/image37.png"/><Relationship Id="rId4" Type="http://schemas.openxmlformats.org/officeDocument/2006/relationships/image" Target="../media/image22.svg"/><Relationship Id="rId9" Type="http://schemas.openxmlformats.org/officeDocument/2006/relationships/image" Target="../media/image27.png"/><Relationship Id="rId14" Type="http://schemas.openxmlformats.org/officeDocument/2006/relationships/image" Target="../media/image32.svg"/><Relationship Id="rId22" Type="http://schemas.openxmlformats.org/officeDocument/2006/relationships/image" Target="../media/image40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13" Type="http://schemas.openxmlformats.org/officeDocument/2006/relationships/image" Target="../media/image39.png"/><Relationship Id="rId18" Type="http://schemas.openxmlformats.org/officeDocument/2006/relationships/image" Target="../media/image54.svg"/><Relationship Id="rId3" Type="http://schemas.openxmlformats.org/officeDocument/2006/relationships/image" Target="../media/image41.png"/><Relationship Id="rId21" Type="http://schemas.openxmlformats.org/officeDocument/2006/relationships/image" Target="../media/image57.png"/><Relationship Id="rId7" Type="http://schemas.openxmlformats.org/officeDocument/2006/relationships/image" Target="../media/image45.png"/><Relationship Id="rId12" Type="http://schemas.openxmlformats.org/officeDocument/2006/relationships/image" Target="../media/image50.sv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52.svg"/><Relationship Id="rId20" Type="http://schemas.openxmlformats.org/officeDocument/2006/relationships/image" Target="../media/image5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sv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1.png"/><Relationship Id="rId10" Type="http://schemas.openxmlformats.org/officeDocument/2006/relationships/image" Target="../media/image48.svg"/><Relationship Id="rId19" Type="http://schemas.openxmlformats.org/officeDocument/2006/relationships/image" Target="../media/image55.png"/><Relationship Id="rId4" Type="http://schemas.openxmlformats.org/officeDocument/2006/relationships/image" Target="../media/image42.svg"/><Relationship Id="rId9" Type="http://schemas.openxmlformats.org/officeDocument/2006/relationships/image" Target="../media/image47.png"/><Relationship Id="rId14" Type="http://schemas.openxmlformats.org/officeDocument/2006/relationships/image" Target="../media/image40.svg"/><Relationship Id="rId22" Type="http://schemas.openxmlformats.org/officeDocument/2006/relationships/image" Target="../media/image5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4" name="Text 1"/>
          <p:cNvSpPr/>
          <p:nvPr/>
        </p:nvSpPr>
        <p:spPr>
          <a:xfrm>
            <a:off x="661475" y="660797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TailorPro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1253629"/>
            <a:ext cx="6296860" cy="850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Custom Clothing Ordering and Tracking System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661475" y="2333724"/>
            <a:ext cx="690644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Presented by: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1475" y="2764532"/>
            <a:ext cx="6296860" cy="1194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Lokesh S.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Register No: 2303737714821020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Department of Artificial Intelligence &amp; Machine Learning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K.S. Rangasamy College of Technology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61475" y="4131766"/>
            <a:ext cx="3071835" cy="956171"/>
          </a:xfrm>
          <a:prstGeom prst="roundRect">
            <a:avLst>
              <a:gd name="adj" fmla="val 16012"/>
            </a:avLst>
          </a:prstGeom>
          <a:solidFill>
            <a:srgbClr val="E8F3E8"/>
          </a:solidFill>
          <a:ln/>
        </p:spPr>
      </p:sp>
      <p:sp>
        <p:nvSpPr>
          <p:cNvPr id="9" name="Text 6"/>
          <p:cNvSpPr/>
          <p:nvPr/>
        </p:nvSpPr>
        <p:spPr>
          <a:xfrm>
            <a:off x="831532" y="4301827"/>
            <a:ext cx="27317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Organization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31532" y="4659313"/>
            <a:ext cx="2731722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R-Sequence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886400" y="4131766"/>
            <a:ext cx="3071934" cy="956171"/>
          </a:xfrm>
          <a:prstGeom prst="roundRect">
            <a:avLst>
              <a:gd name="adj" fmla="val 16012"/>
            </a:avLst>
          </a:prstGeom>
          <a:solidFill>
            <a:srgbClr val="E8F3E8"/>
          </a:solidFill>
          <a:ln/>
        </p:spPr>
      </p:sp>
      <p:sp>
        <p:nvSpPr>
          <p:cNvPr id="12" name="Text 9"/>
          <p:cNvSpPr/>
          <p:nvPr/>
        </p:nvSpPr>
        <p:spPr>
          <a:xfrm>
            <a:off x="4056457" y="4301827"/>
            <a:ext cx="27318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Mentor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4056457" y="4659313"/>
            <a:ext cx="273182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Sugul, Mithilesh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1475" y="5241032"/>
            <a:ext cx="6296860" cy="956171"/>
          </a:xfrm>
          <a:prstGeom prst="roundRect">
            <a:avLst>
              <a:gd name="adj" fmla="val 16012"/>
            </a:avLst>
          </a:prstGeom>
          <a:solidFill>
            <a:srgbClr val="E8F3E8"/>
          </a:solidFill>
          <a:ln/>
        </p:spPr>
      </p:sp>
      <p:sp>
        <p:nvSpPr>
          <p:cNvPr id="15" name="Text 12"/>
          <p:cNvSpPr/>
          <p:nvPr/>
        </p:nvSpPr>
        <p:spPr>
          <a:xfrm>
            <a:off x="831532" y="5411093"/>
            <a:ext cx="595674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Date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831532" y="5768578"/>
            <a:ext cx="595674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16th July 2026</a:t>
            </a:r>
            <a:endParaRPr lang="en-US" sz="1300" dirty="0"/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FA7DEB86-1E1B-39B6-2FD8-45A55066E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717" y="74711"/>
            <a:ext cx="4382978" cy="65746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0704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Project Introduction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612999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TailorPro is a full-stack web application that simplifies the process of ordering custom-made clothing. Customers can browse clothing designs, provide body measurements, place customized orders, and track the status of their orders online.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2097" y="2365077"/>
            <a:ext cx="5474059" cy="3782120"/>
          </a:xfrm>
          <a:prstGeom prst="roundRect">
            <a:avLst>
              <a:gd name="adj" fmla="val 6837"/>
            </a:avLst>
          </a:prstGeom>
          <a:solidFill>
            <a:srgbClr val="DFEEE2"/>
          </a:solidFill>
          <a:ln/>
        </p:spPr>
      </p:sp>
      <p:sp>
        <p:nvSpPr>
          <p:cNvPr id="5" name="Text 3"/>
          <p:cNvSpPr/>
          <p:nvPr/>
        </p:nvSpPr>
        <p:spPr>
          <a:xfrm>
            <a:off x="711579" y="2535634"/>
            <a:ext cx="51150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Problem Statement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1579" y="2986683"/>
            <a:ext cx="5115095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Traditional tailoring shops rely on manual order books, paper measurements, and phone calls, making order management time-consuming and prone to errors.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1579" y="3997523"/>
            <a:ext cx="51150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Need for the Project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11579" y="4448572"/>
            <a:ext cx="5115095" cy="1638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Digitize tailoring business operations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Reduce manual paperwork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Improve customer experience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Simplify order tracking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Maintain customer measurement records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21267" y="2535634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Target Users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6321267" y="3008015"/>
            <a:ext cx="2522375" cy="690265"/>
          </a:xfrm>
          <a:prstGeom prst="roundRect">
            <a:avLst>
              <a:gd name="adj" fmla="val 23413"/>
            </a:avLst>
          </a:prstGeom>
          <a:solidFill>
            <a:srgbClr val="FAFFFA"/>
          </a:solidFill>
          <a:ln w="25399">
            <a:solidFill>
              <a:srgbClr val="CED9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6148" y="3212902"/>
            <a:ext cx="211261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Customers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014195" y="3008015"/>
            <a:ext cx="2522375" cy="690265"/>
          </a:xfrm>
          <a:prstGeom prst="roundRect">
            <a:avLst>
              <a:gd name="adj" fmla="val 23413"/>
            </a:avLst>
          </a:prstGeom>
          <a:solidFill>
            <a:srgbClr val="FAFFFA"/>
          </a:solidFill>
          <a:ln w="25399">
            <a:solidFill>
              <a:srgbClr val="CED9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19076" y="3212902"/>
            <a:ext cx="211261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Tailors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6321267" y="3868837"/>
            <a:ext cx="2522375" cy="690265"/>
          </a:xfrm>
          <a:prstGeom prst="roundRect">
            <a:avLst>
              <a:gd name="adj" fmla="val 23413"/>
            </a:avLst>
          </a:prstGeom>
          <a:solidFill>
            <a:srgbClr val="FAFFFA"/>
          </a:solidFill>
          <a:ln w="25399">
            <a:solidFill>
              <a:srgbClr val="CED9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6148" y="4073723"/>
            <a:ext cx="211261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Shop Owners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014195" y="3868837"/>
            <a:ext cx="2522375" cy="690265"/>
          </a:xfrm>
          <a:prstGeom prst="roundRect">
            <a:avLst>
              <a:gd name="adj" fmla="val 23413"/>
            </a:avLst>
          </a:prstGeom>
          <a:solidFill>
            <a:srgbClr val="FAFFFA"/>
          </a:solidFill>
          <a:ln w="25399">
            <a:solidFill>
              <a:srgbClr val="CED9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9076" y="4073723"/>
            <a:ext cx="211261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Administrators</a:t>
            </a: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4DC5B8-B10A-1AAC-A86A-E015F8B1EC26}"/>
              </a:ext>
            </a:extLst>
          </p:cNvPr>
          <p:cNvSpPr/>
          <p:nvPr/>
        </p:nvSpPr>
        <p:spPr>
          <a:xfrm>
            <a:off x="11082867" y="6553200"/>
            <a:ext cx="1117600" cy="313267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072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Objectives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7385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Main Objective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458145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Develop a web application for managing customized clothing orders efficiently.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25199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Functional Objectives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736280"/>
            <a:ext cx="5203794" cy="2144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 Registration &amp; Login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Browse clothing designs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Place custom orders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Store body measurements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Track order status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Admin order management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6651" y="1784846"/>
            <a:ext cx="5476043" cy="4162425"/>
          </a:xfrm>
          <a:prstGeom prst="roundRect">
            <a:avLst>
              <a:gd name="adj" fmla="val 6539"/>
            </a:avLst>
          </a:prstGeom>
          <a:solidFill>
            <a:srgbClr val="D1E7D2"/>
          </a:solidFill>
          <a:ln/>
        </p:spPr>
      </p:sp>
      <p:sp>
        <p:nvSpPr>
          <p:cNvPr id="8" name="Text 6"/>
          <p:cNvSpPr/>
          <p:nvPr/>
        </p:nvSpPr>
        <p:spPr>
          <a:xfrm>
            <a:off x="6385658" y="1973858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Expected Outcome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85658" y="2458145"/>
            <a:ext cx="509802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Digital tailoring management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Faster order processing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Better customer experience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Organized database of customers and orders</a:t>
            </a:r>
            <a:endParaRPr lang="en-US" sz="14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8A944E-9462-2AED-3746-512B1154343C}"/>
              </a:ext>
            </a:extLst>
          </p:cNvPr>
          <p:cNvSpPr/>
          <p:nvPr/>
        </p:nvSpPr>
        <p:spPr>
          <a:xfrm>
            <a:off x="11074400" y="6544733"/>
            <a:ext cx="1117600" cy="313267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7337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Technology Stack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1532434"/>
            <a:ext cx="10868745" cy="4568230"/>
          </a:xfrm>
          <a:prstGeom prst="roundRect">
            <a:avLst>
              <a:gd name="adj" fmla="val 316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1538784"/>
            <a:ext cx="10856046" cy="4141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8555" y="1626989"/>
            <a:ext cx="354192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Technology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88504" y="1626989"/>
            <a:ext cx="78843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Purpose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825" y="1952923"/>
            <a:ext cx="10856046" cy="4141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8555" y="2041128"/>
            <a:ext cx="354192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HTML5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88504" y="2041128"/>
            <a:ext cx="78843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Web Page Structure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825" y="2367062"/>
            <a:ext cx="10856046" cy="4141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28555" y="2455267"/>
            <a:ext cx="354192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CSS3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88504" y="2455267"/>
            <a:ext cx="78843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Styling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825" y="2781201"/>
            <a:ext cx="10856046" cy="4141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28555" y="2869406"/>
            <a:ext cx="354192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Bootstrap 5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88504" y="2869406"/>
            <a:ext cx="78843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Responsive UI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825" y="3195340"/>
            <a:ext cx="10856046" cy="4141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28555" y="3283545"/>
            <a:ext cx="354192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JavaScript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88504" y="3283545"/>
            <a:ext cx="78843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Client-side Validation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7825" y="3609479"/>
            <a:ext cx="10856046" cy="4141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28555" y="3697684"/>
            <a:ext cx="354192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Java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088504" y="3697684"/>
            <a:ext cx="78843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Backend Logic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7825" y="4023618"/>
            <a:ext cx="10856046" cy="4141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28555" y="4111823"/>
            <a:ext cx="354192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Java Servlets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088504" y="4111823"/>
            <a:ext cx="78843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Request Processing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7825" y="4437757"/>
            <a:ext cx="10856046" cy="4141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28555" y="4525963"/>
            <a:ext cx="354192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Apache Tomcat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088504" y="4525963"/>
            <a:ext cx="78843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Web Server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7825" y="4851896"/>
            <a:ext cx="10856046" cy="4141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28555" y="4940102"/>
            <a:ext cx="354192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MySQL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088504" y="4940102"/>
            <a:ext cx="78843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Database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825" y="5266035"/>
            <a:ext cx="10856046" cy="4141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28555" y="5354241"/>
            <a:ext cx="354192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JDBC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088504" y="5354241"/>
            <a:ext cx="78843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Database Connectivity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67825" y="5680174"/>
            <a:ext cx="10856046" cy="4141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28555" y="5768380"/>
            <a:ext cx="354192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Git &amp; GitHub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088504" y="5768380"/>
            <a:ext cx="78843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Version Control</a:t>
            </a:r>
            <a:endParaRPr lang="en-US" sz="12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32D797-A10C-9289-1A55-383C488B3C2A}"/>
              </a:ext>
            </a:extLst>
          </p:cNvPr>
          <p:cNvSpPr/>
          <p:nvPr/>
        </p:nvSpPr>
        <p:spPr>
          <a:xfrm>
            <a:off x="11074400" y="6544733"/>
            <a:ext cx="1117600" cy="313267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943"/>
            <a:ext cx="10868745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System Architecture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65572"/>
            <a:ext cx="5908658" cy="37268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11010" y="1845187"/>
            <a:ext cx="2378058" cy="359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Workflow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511010" y="2386001"/>
            <a:ext cx="3656524" cy="2085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Font typeface="+mj-lt"/>
              <a:buAutoNum type="arabicPeriod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 signs up</a:t>
            </a:r>
            <a:endParaRPr lang="en-US" dirty="0"/>
          </a:p>
          <a:p>
            <a:pPr marL="182880" indent="-182880" algn="l">
              <a:lnSpc>
                <a:spcPct val="107000"/>
              </a:lnSpc>
              <a:buSzPct val="100000"/>
              <a:buFont typeface="+mj-lt"/>
              <a:buAutoNum type="arabicPeriod" startAt="2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 logs in</a:t>
            </a:r>
            <a:endParaRPr lang="en-US" dirty="0"/>
          </a:p>
          <a:p>
            <a:pPr marL="182880" indent="-182880" algn="l">
              <a:lnSpc>
                <a:spcPct val="107000"/>
              </a:lnSpc>
              <a:buSzPct val="100000"/>
              <a:buFont typeface="+mj-lt"/>
              <a:buAutoNum type="arabicPeriod" startAt="3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 browses clothing gallery</a:t>
            </a:r>
            <a:endParaRPr lang="en-US" dirty="0"/>
          </a:p>
          <a:p>
            <a:pPr marL="182880" indent="-182880" algn="l">
              <a:lnSpc>
                <a:spcPct val="107000"/>
              </a:lnSpc>
              <a:buSzPct val="100000"/>
              <a:buFont typeface="+mj-lt"/>
              <a:buAutoNum type="arabicPeriod" startAt="4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 places custom order</a:t>
            </a:r>
            <a:endParaRPr lang="en-US" dirty="0"/>
          </a:p>
          <a:p>
            <a:pPr marL="182880" indent="-182880" algn="l">
              <a:lnSpc>
                <a:spcPct val="107000"/>
              </a:lnSpc>
              <a:buSzPct val="100000"/>
              <a:buFont typeface="+mj-lt"/>
              <a:buAutoNum type="arabicPeriod" startAt="5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Order is stored in MySQL</a:t>
            </a:r>
            <a:endParaRPr lang="en-US" dirty="0"/>
          </a:p>
          <a:p>
            <a:pPr marL="182880" indent="-182880" algn="l">
              <a:lnSpc>
                <a:spcPct val="107000"/>
              </a:lnSpc>
              <a:buSzPct val="100000"/>
              <a:buFont typeface="+mj-lt"/>
              <a:buAutoNum type="arabicPeriod" startAt="6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Admin updates order status</a:t>
            </a:r>
            <a:endParaRPr lang="en-US" dirty="0"/>
          </a:p>
          <a:p>
            <a:pPr marL="182880" indent="-182880" algn="l">
              <a:lnSpc>
                <a:spcPct val="107000"/>
              </a:lnSpc>
              <a:buSzPct val="100000"/>
              <a:buFont typeface="+mj-lt"/>
              <a:buAutoNum type="arabicPeriod" startAt="7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 tracks progress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2BFE8E-463C-9991-7928-2A66DBCE74BA}"/>
              </a:ext>
            </a:extLst>
          </p:cNvPr>
          <p:cNvSpPr/>
          <p:nvPr/>
        </p:nvSpPr>
        <p:spPr>
          <a:xfrm>
            <a:off x="11074400" y="6544733"/>
            <a:ext cx="1117600" cy="313267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593"/>
            <a:ext cx="10868745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Modules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021755"/>
            <a:ext cx="10868745" cy="79851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8137" y="1334591"/>
            <a:ext cx="172736" cy="1727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04982" y="1149548"/>
            <a:ext cx="1019744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User Authentication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204982" y="1371501"/>
            <a:ext cx="10197448" cy="320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 Registration</a:t>
            </a:r>
            <a:endParaRPr lang="en-US" sz="9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Secure Login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890415"/>
            <a:ext cx="10868745" cy="798513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8137" y="2203252"/>
            <a:ext cx="172736" cy="17274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204982" y="2018209"/>
            <a:ext cx="1019744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Gallery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1204982" y="2240161"/>
            <a:ext cx="10197448" cy="320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Display clothing designs</a:t>
            </a:r>
            <a:endParaRPr lang="en-US" sz="9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Browse available styles</a:t>
            </a:r>
            <a:endParaRPr lang="en-US" sz="9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2759075"/>
            <a:ext cx="10868745" cy="971252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8137" y="3158232"/>
            <a:ext cx="172736" cy="17274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204982" y="2886869"/>
            <a:ext cx="1019744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Orders</a:t>
            </a:r>
            <a:endParaRPr lang="en-US" sz="1100" dirty="0"/>
          </a:p>
        </p:txBody>
      </p:sp>
      <p:sp>
        <p:nvSpPr>
          <p:cNvPr id="14" name="Text 6"/>
          <p:cNvSpPr/>
          <p:nvPr/>
        </p:nvSpPr>
        <p:spPr>
          <a:xfrm>
            <a:off x="1204982" y="3108821"/>
            <a:ext cx="10197448" cy="493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Place customized clothing orders</a:t>
            </a:r>
            <a:endParaRPr lang="en-US" sz="9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Enter body measurements</a:t>
            </a:r>
            <a:endParaRPr lang="en-US" sz="9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View order history</a:t>
            </a:r>
            <a:endParaRPr lang="en-US" sz="9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800475"/>
            <a:ext cx="10868745" cy="798513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8137" y="4113312"/>
            <a:ext cx="172736" cy="17274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204982" y="3928269"/>
            <a:ext cx="1019744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8" name="Text 8"/>
          <p:cNvSpPr/>
          <p:nvPr/>
        </p:nvSpPr>
        <p:spPr>
          <a:xfrm>
            <a:off x="1204982" y="4150221"/>
            <a:ext cx="10197448" cy="320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 dashboard</a:t>
            </a:r>
            <a:endParaRPr lang="en-US" sz="9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Admin dashboard</a:t>
            </a:r>
            <a:endParaRPr lang="en-US" sz="9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669135"/>
            <a:ext cx="10868745" cy="798513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8137" y="4981972"/>
            <a:ext cx="172736" cy="17274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1204982" y="4796929"/>
            <a:ext cx="1019744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About Us</a:t>
            </a:r>
            <a:endParaRPr lang="en-US" sz="1100" dirty="0"/>
          </a:p>
        </p:txBody>
      </p:sp>
      <p:sp>
        <p:nvSpPr>
          <p:cNvPr id="22" name="Text 10"/>
          <p:cNvSpPr/>
          <p:nvPr/>
        </p:nvSpPr>
        <p:spPr>
          <a:xfrm>
            <a:off x="1204982" y="5018881"/>
            <a:ext cx="10197448" cy="320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Tailor shop information</a:t>
            </a:r>
            <a:endParaRPr lang="en-US" sz="9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Contact details</a:t>
            </a:r>
            <a:endParaRPr lang="en-US" sz="900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537795"/>
            <a:ext cx="10868745" cy="798513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18137" y="5850632"/>
            <a:ext cx="172736" cy="172740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1204982" y="5665589"/>
            <a:ext cx="1019744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Feedback</a:t>
            </a:r>
            <a:endParaRPr lang="en-US" sz="1100" dirty="0"/>
          </a:p>
        </p:txBody>
      </p:sp>
      <p:sp>
        <p:nvSpPr>
          <p:cNvPr id="26" name="Text 12"/>
          <p:cNvSpPr/>
          <p:nvPr/>
        </p:nvSpPr>
        <p:spPr>
          <a:xfrm>
            <a:off x="1204982" y="5887541"/>
            <a:ext cx="10197448" cy="320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 reviews</a:t>
            </a:r>
            <a:endParaRPr lang="en-US" sz="9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Suggestions</a:t>
            </a:r>
            <a:endParaRPr lang="en-US" sz="9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4AB5A1-09D3-711B-2BEC-99121290884D}"/>
              </a:ext>
            </a:extLst>
          </p:cNvPr>
          <p:cNvSpPr/>
          <p:nvPr/>
        </p:nvSpPr>
        <p:spPr>
          <a:xfrm>
            <a:off x="11074400" y="6544733"/>
            <a:ext cx="1117600" cy="313267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1918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Database Design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236563"/>
            <a:ext cx="1086874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Tables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27533" y="1802011"/>
            <a:ext cx="5475349" cy="3531989"/>
          </a:xfrm>
          <a:prstGeom prst="roundRect">
            <a:avLst>
              <a:gd name="adj" fmla="val 7586"/>
            </a:avLst>
          </a:prstGeom>
          <a:solidFill>
            <a:srgbClr val="D1E7D2"/>
          </a:solidFill>
          <a:ln/>
        </p:spPr>
      </p:sp>
      <p:sp>
        <p:nvSpPr>
          <p:cNvPr id="5" name="Text 3"/>
          <p:cNvSpPr/>
          <p:nvPr/>
        </p:nvSpPr>
        <p:spPr>
          <a:xfrm>
            <a:off x="713563" y="1985169"/>
            <a:ext cx="5103288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Users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563" y="2459038"/>
            <a:ext cx="5103288" cy="1373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 ID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Name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Email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Password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29105" y="1985169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Orders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29105" y="2459038"/>
            <a:ext cx="5207465" cy="2810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Order ID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 Name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Phone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Email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Dress Type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Measurements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Requirements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Order Status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5539978"/>
            <a:ext cx="10868745" cy="736104"/>
          </a:xfrm>
          <a:prstGeom prst="roundRect">
            <a:avLst>
              <a:gd name="adj" fmla="val 22749"/>
            </a:avLst>
          </a:prstGeom>
          <a:solidFill>
            <a:srgbClr val="DDEEE0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05" y="5806480"/>
            <a:ext cx="232563" cy="18603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6099" y="5769570"/>
            <a:ext cx="106876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MySQL is used to store customer details and order information securely.</a:t>
            </a:r>
            <a:endParaRPr lang="en-US" sz="14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E8AF53-3834-B889-13E3-6EEE13984997}"/>
              </a:ext>
            </a:extLst>
          </p:cNvPr>
          <p:cNvSpPr/>
          <p:nvPr/>
        </p:nvSpPr>
        <p:spPr>
          <a:xfrm>
            <a:off x="11074400" y="6544733"/>
            <a:ext cx="1117600" cy="313267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92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1475" y="1141611"/>
            <a:ext cx="5388039" cy="960636"/>
          </a:xfrm>
          <a:prstGeom prst="roundRect">
            <a:avLst>
              <a:gd name="adj" fmla="val 12396"/>
            </a:avLst>
          </a:prstGeom>
          <a:solidFill>
            <a:srgbClr val="E8F3E8"/>
          </a:solidFill>
          <a:ln/>
        </p:spPr>
      </p:sp>
      <p:sp>
        <p:nvSpPr>
          <p:cNvPr id="4" name="Shape 2"/>
          <p:cNvSpPr/>
          <p:nvPr/>
        </p:nvSpPr>
        <p:spPr>
          <a:xfrm>
            <a:off x="793730" y="1273870"/>
            <a:ext cx="396865" cy="39687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868" y="1383010"/>
            <a:ext cx="178589" cy="1785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30" y="1763316"/>
            <a:ext cx="5123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User Registration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42082" y="1141611"/>
            <a:ext cx="5388138" cy="960636"/>
          </a:xfrm>
          <a:prstGeom prst="roundRect">
            <a:avLst>
              <a:gd name="adj" fmla="val 12396"/>
            </a:avLst>
          </a:prstGeom>
          <a:solidFill>
            <a:srgbClr val="E8F3E8"/>
          </a:solidFill>
          <a:ln/>
        </p:spPr>
      </p:sp>
      <p:sp>
        <p:nvSpPr>
          <p:cNvPr id="8" name="Shape 5"/>
          <p:cNvSpPr/>
          <p:nvPr/>
        </p:nvSpPr>
        <p:spPr>
          <a:xfrm>
            <a:off x="6274338" y="1273870"/>
            <a:ext cx="396865" cy="39687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83475" y="1383010"/>
            <a:ext cx="178589" cy="1785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74338" y="1763316"/>
            <a:ext cx="512362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Secure Login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61475" y="2194818"/>
            <a:ext cx="5388039" cy="960636"/>
          </a:xfrm>
          <a:prstGeom prst="roundRect">
            <a:avLst>
              <a:gd name="adj" fmla="val 12396"/>
            </a:avLst>
          </a:prstGeom>
          <a:solidFill>
            <a:srgbClr val="E8F3E8"/>
          </a:solidFill>
          <a:ln/>
        </p:spPr>
      </p:sp>
      <p:sp>
        <p:nvSpPr>
          <p:cNvPr id="12" name="Shape 8"/>
          <p:cNvSpPr/>
          <p:nvPr/>
        </p:nvSpPr>
        <p:spPr>
          <a:xfrm>
            <a:off x="793730" y="2327077"/>
            <a:ext cx="396865" cy="39687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2868" y="2436217"/>
            <a:ext cx="178589" cy="1785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3730" y="2816523"/>
            <a:ext cx="5123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Responsive Interface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142082" y="2194818"/>
            <a:ext cx="5388138" cy="960636"/>
          </a:xfrm>
          <a:prstGeom prst="roundRect">
            <a:avLst>
              <a:gd name="adj" fmla="val 12396"/>
            </a:avLst>
          </a:prstGeom>
          <a:solidFill>
            <a:srgbClr val="E8F3E8"/>
          </a:solidFill>
          <a:ln/>
        </p:spPr>
      </p:sp>
      <p:sp>
        <p:nvSpPr>
          <p:cNvPr id="16" name="Shape 11"/>
          <p:cNvSpPr/>
          <p:nvPr/>
        </p:nvSpPr>
        <p:spPr>
          <a:xfrm>
            <a:off x="6274338" y="2327077"/>
            <a:ext cx="396865" cy="39687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83475" y="2436217"/>
            <a:ext cx="178589" cy="17859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74338" y="2816523"/>
            <a:ext cx="512362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Clothing Gallery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61475" y="3248025"/>
            <a:ext cx="5388039" cy="960636"/>
          </a:xfrm>
          <a:prstGeom prst="roundRect">
            <a:avLst>
              <a:gd name="adj" fmla="val 12396"/>
            </a:avLst>
          </a:prstGeom>
          <a:solidFill>
            <a:srgbClr val="E8F3E8"/>
          </a:solidFill>
          <a:ln/>
        </p:spPr>
      </p:sp>
      <p:sp>
        <p:nvSpPr>
          <p:cNvPr id="20" name="Shape 14"/>
          <p:cNvSpPr/>
          <p:nvPr/>
        </p:nvSpPr>
        <p:spPr>
          <a:xfrm>
            <a:off x="793730" y="3380284"/>
            <a:ext cx="396865" cy="39687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2868" y="3489424"/>
            <a:ext cx="178589" cy="17859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3730" y="3869730"/>
            <a:ext cx="5123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Custom Measurement Form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142082" y="3248025"/>
            <a:ext cx="5388138" cy="960636"/>
          </a:xfrm>
          <a:prstGeom prst="roundRect">
            <a:avLst>
              <a:gd name="adj" fmla="val 12396"/>
            </a:avLst>
          </a:prstGeom>
          <a:solidFill>
            <a:srgbClr val="E8F3E8"/>
          </a:solidFill>
          <a:ln/>
        </p:spPr>
      </p:sp>
      <p:sp>
        <p:nvSpPr>
          <p:cNvPr id="24" name="Shape 17"/>
          <p:cNvSpPr/>
          <p:nvPr/>
        </p:nvSpPr>
        <p:spPr>
          <a:xfrm>
            <a:off x="6274338" y="3380284"/>
            <a:ext cx="396865" cy="39687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83475" y="3489424"/>
            <a:ext cx="178589" cy="17859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274338" y="3869730"/>
            <a:ext cx="512362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Order Placement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661475" y="4301232"/>
            <a:ext cx="5388039" cy="960636"/>
          </a:xfrm>
          <a:prstGeom prst="roundRect">
            <a:avLst>
              <a:gd name="adj" fmla="val 12396"/>
            </a:avLst>
          </a:prstGeom>
          <a:solidFill>
            <a:srgbClr val="E8F3E8"/>
          </a:solidFill>
          <a:ln/>
        </p:spPr>
      </p:sp>
      <p:sp>
        <p:nvSpPr>
          <p:cNvPr id="28" name="Shape 20"/>
          <p:cNvSpPr/>
          <p:nvPr/>
        </p:nvSpPr>
        <p:spPr>
          <a:xfrm>
            <a:off x="793730" y="4433491"/>
            <a:ext cx="396865" cy="39687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02868" y="4542631"/>
            <a:ext cx="178589" cy="17859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93730" y="4922937"/>
            <a:ext cx="5123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Order Tracking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6142082" y="4301232"/>
            <a:ext cx="5388138" cy="960636"/>
          </a:xfrm>
          <a:prstGeom prst="roundRect">
            <a:avLst>
              <a:gd name="adj" fmla="val 12396"/>
            </a:avLst>
          </a:prstGeom>
          <a:solidFill>
            <a:srgbClr val="E8F3E8"/>
          </a:solidFill>
          <a:ln/>
        </p:spPr>
      </p:sp>
      <p:sp>
        <p:nvSpPr>
          <p:cNvPr id="32" name="Shape 23"/>
          <p:cNvSpPr/>
          <p:nvPr/>
        </p:nvSpPr>
        <p:spPr>
          <a:xfrm>
            <a:off x="6274338" y="4433491"/>
            <a:ext cx="396865" cy="39687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383475" y="4542631"/>
            <a:ext cx="178589" cy="17859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274338" y="4922937"/>
            <a:ext cx="512362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661475" y="5354439"/>
            <a:ext cx="5388039" cy="960636"/>
          </a:xfrm>
          <a:prstGeom prst="roundRect">
            <a:avLst>
              <a:gd name="adj" fmla="val 12396"/>
            </a:avLst>
          </a:prstGeom>
          <a:solidFill>
            <a:srgbClr val="E8F3E8"/>
          </a:solidFill>
          <a:ln/>
        </p:spPr>
      </p:sp>
      <p:sp>
        <p:nvSpPr>
          <p:cNvPr id="36" name="Shape 26"/>
          <p:cNvSpPr/>
          <p:nvPr/>
        </p:nvSpPr>
        <p:spPr>
          <a:xfrm>
            <a:off x="793730" y="5486698"/>
            <a:ext cx="396865" cy="39687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02868" y="5595838"/>
            <a:ext cx="178589" cy="17859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93730" y="5976144"/>
            <a:ext cx="5123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Database Integration</a:t>
            </a:r>
            <a:endParaRPr lang="en-US" sz="1300" dirty="0"/>
          </a:p>
        </p:txBody>
      </p:sp>
      <p:sp>
        <p:nvSpPr>
          <p:cNvPr id="39" name="Shape 28"/>
          <p:cNvSpPr/>
          <p:nvPr/>
        </p:nvSpPr>
        <p:spPr>
          <a:xfrm>
            <a:off x="6142082" y="5354439"/>
            <a:ext cx="5388138" cy="960636"/>
          </a:xfrm>
          <a:prstGeom prst="roundRect">
            <a:avLst>
              <a:gd name="adj" fmla="val 12396"/>
            </a:avLst>
          </a:prstGeom>
          <a:solidFill>
            <a:srgbClr val="E8F3E8"/>
          </a:solidFill>
          <a:ln/>
        </p:spPr>
      </p:sp>
      <p:sp>
        <p:nvSpPr>
          <p:cNvPr id="40" name="Shape 29"/>
          <p:cNvSpPr/>
          <p:nvPr/>
        </p:nvSpPr>
        <p:spPr>
          <a:xfrm>
            <a:off x="6274338" y="5486698"/>
            <a:ext cx="396865" cy="39687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383475" y="5595838"/>
            <a:ext cx="178589" cy="17859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274338" y="5976144"/>
            <a:ext cx="512362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Bootstrap Responsive Design</a:t>
            </a:r>
            <a:endParaRPr lang="en-US" sz="13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6B83D25-7EA9-39BC-29DF-BB22660896FB}"/>
              </a:ext>
            </a:extLst>
          </p:cNvPr>
          <p:cNvSpPr/>
          <p:nvPr/>
        </p:nvSpPr>
        <p:spPr>
          <a:xfrm>
            <a:off x="11074400" y="6544733"/>
            <a:ext cx="1117600" cy="313267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441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Screenshots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23083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Later, replace with screenshots of your project.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placeholders: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153172"/>
            <a:ext cx="5339820" cy="724098"/>
          </a:xfrm>
          <a:prstGeom prst="roundRect">
            <a:avLst>
              <a:gd name="adj" fmla="val 23494"/>
            </a:avLst>
          </a:prstGeom>
          <a:solidFill>
            <a:srgbClr val="FAFFFA"/>
          </a:solidFill>
          <a:ln w="25399">
            <a:solidFill>
              <a:srgbClr val="CED9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5881" y="3367584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Login Page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190301" y="3153172"/>
            <a:ext cx="5339919" cy="724098"/>
          </a:xfrm>
          <a:prstGeom prst="roundRect">
            <a:avLst>
              <a:gd name="adj" fmla="val 23494"/>
            </a:avLst>
          </a:prstGeom>
          <a:solidFill>
            <a:srgbClr val="FAFFFA"/>
          </a:solidFill>
          <a:ln w="25399">
            <a:solidFill>
              <a:srgbClr val="CED9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4708" y="3367584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Signup Page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661475" y="4066282"/>
            <a:ext cx="5339820" cy="724098"/>
          </a:xfrm>
          <a:prstGeom prst="roundRect">
            <a:avLst>
              <a:gd name="adj" fmla="val 23494"/>
            </a:avLst>
          </a:prstGeom>
          <a:solidFill>
            <a:srgbClr val="FAFFFA"/>
          </a:solidFill>
          <a:ln w="25399">
            <a:solidFill>
              <a:srgbClr val="CED9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5881" y="4280694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Home Page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6190301" y="4066282"/>
            <a:ext cx="5339919" cy="724098"/>
          </a:xfrm>
          <a:prstGeom prst="roundRect">
            <a:avLst>
              <a:gd name="adj" fmla="val 23494"/>
            </a:avLst>
          </a:prstGeom>
          <a:solidFill>
            <a:srgbClr val="FAFFFA"/>
          </a:solidFill>
          <a:ln w="25399">
            <a:solidFill>
              <a:srgbClr val="CED9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4708" y="4280694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Gallery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661475" y="4979392"/>
            <a:ext cx="5339820" cy="724098"/>
          </a:xfrm>
          <a:prstGeom prst="roundRect">
            <a:avLst>
              <a:gd name="adj" fmla="val 23494"/>
            </a:avLst>
          </a:prstGeom>
          <a:solidFill>
            <a:srgbClr val="FAFFFA"/>
          </a:solidFill>
          <a:ln w="25399">
            <a:solidFill>
              <a:srgbClr val="CED9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5881" y="5193804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Orders Page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6190301" y="4979392"/>
            <a:ext cx="5339919" cy="724098"/>
          </a:xfrm>
          <a:prstGeom prst="roundRect">
            <a:avLst>
              <a:gd name="adj" fmla="val 23494"/>
            </a:avLst>
          </a:prstGeom>
          <a:solidFill>
            <a:srgbClr val="FAFFFA"/>
          </a:solidFill>
          <a:ln w="25399">
            <a:solidFill>
              <a:srgbClr val="CED9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4708" y="5193804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Dashboard</a:t>
            </a:r>
            <a:endParaRPr lang="en-US" sz="18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4687F4-0DC0-E831-F0F8-3C35E4EDCC9A}"/>
              </a:ext>
            </a:extLst>
          </p:cNvPr>
          <p:cNvSpPr/>
          <p:nvPr/>
        </p:nvSpPr>
        <p:spPr>
          <a:xfrm>
            <a:off x="11074400" y="6544733"/>
            <a:ext cx="1117600" cy="313267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65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Challenges &amp; Solutions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265263"/>
            <a:ext cx="10868745" cy="3296047"/>
          </a:xfrm>
          <a:prstGeom prst="roundRect">
            <a:avLst>
              <a:gd name="adj" fmla="val 5161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1475" y="2816721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3365004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913287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4461570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5009852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2265263"/>
            <a:ext cx="11814" cy="329604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56832" y="2391370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Challenge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288029" y="2391370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Solution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56832" y="2939653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Learning new technologies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88029" y="2939653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Practiced HTML, CSS, Java, Bootstrap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56832" y="3487936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Connecting Java with MySQL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88029" y="3487936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Used JDBC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56832" y="4036219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Responsive layout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288029" y="4036219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Implemented Bootstrap Grid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6832" y="4584502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Database creation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288029" y="4584502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Designed relational tables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56832" y="5132784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Frontend navigation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288029" y="5132784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Added Navbar and page routing</a:t>
            </a:r>
            <a:endParaRPr lang="en-US" sz="1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79D60A-5D55-0A2D-02C4-777DFD86DC15}"/>
              </a:ext>
            </a:extLst>
          </p:cNvPr>
          <p:cNvSpPr/>
          <p:nvPr/>
        </p:nvSpPr>
        <p:spPr>
          <a:xfrm>
            <a:off x="11074400" y="6544733"/>
            <a:ext cx="1117600" cy="313267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8F3E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8407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TailorPro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71484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Modern Digital Solution for Tailoring Businesses</a:t>
            </a:r>
            <a:endParaRPr lang="en-US" sz="1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048F72-28A9-0BDC-E31B-4E53408CC489}"/>
              </a:ext>
            </a:extLst>
          </p:cNvPr>
          <p:cNvSpPr/>
          <p:nvPr/>
        </p:nvSpPr>
        <p:spPr>
          <a:xfrm>
            <a:off x="11074400" y="6544733"/>
            <a:ext cx="1117600" cy="313267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92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Learning Outcomes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1475" y="1141611"/>
            <a:ext cx="5388039" cy="960636"/>
          </a:xfrm>
          <a:prstGeom prst="roundRect">
            <a:avLst>
              <a:gd name="adj" fmla="val 12396"/>
            </a:avLst>
          </a:prstGeom>
          <a:solidFill>
            <a:srgbClr val="E8F3E8"/>
          </a:solidFill>
          <a:ln/>
        </p:spPr>
      </p:sp>
      <p:sp>
        <p:nvSpPr>
          <p:cNvPr id="4" name="Shape 2"/>
          <p:cNvSpPr/>
          <p:nvPr/>
        </p:nvSpPr>
        <p:spPr>
          <a:xfrm>
            <a:off x="793730" y="1273870"/>
            <a:ext cx="396865" cy="39687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868" y="1383010"/>
            <a:ext cx="178589" cy="1785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30" y="1763316"/>
            <a:ext cx="5123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Frontend Development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42082" y="1141611"/>
            <a:ext cx="5388138" cy="960636"/>
          </a:xfrm>
          <a:prstGeom prst="roundRect">
            <a:avLst>
              <a:gd name="adj" fmla="val 12396"/>
            </a:avLst>
          </a:prstGeom>
          <a:solidFill>
            <a:srgbClr val="E8F3E8"/>
          </a:solidFill>
          <a:ln/>
        </p:spPr>
      </p:sp>
      <p:sp>
        <p:nvSpPr>
          <p:cNvPr id="8" name="Shape 5"/>
          <p:cNvSpPr/>
          <p:nvPr/>
        </p:nvSpPr>
        <p:spPr>
          <a:xfrm>
            <a:off x="6274338" y="1273870"/>
            <a:ext cx="396865" cy="39687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83475" y="1383010"/>
            <a:ext cx="178589" cy="1785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74338" y="1763316"/>
            <a:ext cx="512362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Java Programming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61475" y="2194818"/>
            <a:ext cx="5388039" cy="960636"/>
          </a:xfrm>
          <a:prstGeom prst="roundRect">
            <a:avLst>
              <a:gd name="adj" fmla="val 12396"/>
            </a:avLst>
          </a:prstGeom>
          <a:solidFill>
            <a:srgbClr val="E8F3E8"/>
          </a:solidFill>
          <a:ln/>
        </p:spPr>
      </p:sp>
      <p:sp>
        <p:nvSpPr>
          <p:cNvPr id="12" name="Shape 8"/>
          <p:cNvSpPr/>
          <p:nvPr/>
        </p:nvSpPr>
        <p:spPr>
          <a:xfrm>
            <a:off x="793730" y="2327077"/>
            <a:ext cx="396865" cy="39687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2868" y="2436217"/>
            <a:ext cx="178589" cy="1785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3730" y="2816523"/>
            <a:ext cx="5123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142082" y="2194818"/>
            <a:ext cx="5388138" cy="960636"/>
          </a:xfrm>
          <a:prstGeom prst="roundRect">
            <a:avLst>
              <a:gd name="adj" fmla="val 12396"/>
            </a:avLst>
          </a:prstGeom>
          <a:solidFill>
            <a:srgbClr val="E8F3E8"/>
          </a:solidFill>
          <a:ln/>
        </p:spPr>
      </p:sp>
      <p:sp>
        <p:nvSpPr>
          <p:cNvPr id="16" name="Shape 11"/>
          <p:cNvSpPr/>
          <p:nvPr/>
        </p:nvSpPr>
        <p:spPr>
          <a:xfrm>
            <a:off x="6274338" y="2327077"/>
            <a:ext cx="396865" cy="39687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83475" y="2436217"/>
            <a:ext cx="178589" cy="17859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74338" y="2816523"/>
            <a:ext cx="512362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JDBC Connectivity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61475" y="3248025"/>
            <a:ext cx="5388039" cy="960636"/>
          </a:xfrm>
          <a:prstGeom prst="roundRect">
            <a:avLst>
              <a:gd name="adj" fmla="val 12396"/>
            </a:avLst>
          </a:prstGeom>
          <a:solidFill>
            <a:srgbClr val="E8F3E8"/>
          </a:solidFill>
          <a:ln/>
        </p:spPr>
      </p:sp>
      <p:sp>
        <p:nvSpPr>
          <p:cNvPr id="20" name="Shape 14"/>
          <p:cNvSpPr/>
          <p:nvPr/>
        </p:nvSpPr>
        <p:spPr>
          <a:xfrm>
            <a:off x="793730" y="3380284"/>
            <a:ext cx="396865" cy="39687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2868" y="3489424"/>
            <a:ext cx="178589" cy="17859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3730" y="3869730"/>
            <a:ext cx="5123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Bootstrap Components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142082" y="3248025"/>
            <a:ext cx="5388138" cy="960636"/>
          </a:xfrm>
          <a:prstGeom prst="roundRect">
            <a:avLst>
              <a:gd name="adj" fmla="val 12396"/>
            </a:avLst>
          </a:prstGeom>
          <a:solidFill>
            <a:srgbClr val="E8F3E8"/>
          </a:solidFill>
          <a:ln/>
        </p:spPr>
      </p:sp>
      <p:sp>
        <p:nvSpPr>
          <p:cNvPr id="24" name="Shape 17"/>
          <p:cNvSpPr/>
          <p:nvPr/>
        </p:nvSpPr>
        <p:spPr>
          <a:xfrm>
            <a:off x="6274338" y="3380284"/>
            <a:ext cx="396865" cy="39687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83475" y="3489424"/>
            <a:ext cx="178589" cy="17859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274338" y="3869730"/>
            <a:ext cx="512362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Responsive Web Design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661475" y="4301232"/>
            <a:ext cx="5388039" cy="960636"/>
          </a:xfrm>
          <a:prstGeom prst="roundRect">
            <a:avLst>
              <a:gd name="adj" fmla="val 12396"/>
            </a:avLst>
          </a:prstGeom>
          <a:solidFill>
            <a:srgbClr val="E8F3E8"/>
          </a:solidFill>
          <a:ln/>
        </p:spPr>
      </p:sp>
      <p:sp>
        <p:nvSpPr>
          <p:cNvPr id="28" name="Shape 20"/>
          <p:cNvSpPr/>
          <p:nvPr/>
        </p:nvSpPr>
        <p:spPr>
          <a:xfrm>
            <a:off x="793730" y="4433491"/>
            <a:ext cx="396865" cy="39687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02868" y="4542631"/>
            <a:ext cx="178589" cy="17859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93730" y="4922937"/>
            <a:ext cx="5123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Project Planning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6142082" y="4301232"/>
            <a:ext cx="5388138" cy="960636"/>
          </a:xfrm>
          <a:prstGeom prst="roundRect">
            <a:avLst>
              <a:gd name="adj" fmla="val 12396"/>
            </a:avLst>
          </a:prstGeom>
          <a:solidFill>
            <a:srgbClr val="E8F3E8"/>
          </a:solidFill>
          <a:ln/>
        </p:spPr>
      </p:sp>
      <p:sp>
        <p:nvSpPr>
          <p:cNvPr id="32" name="Shape 23"/>
          <p:cNvSpPr/>
          <p:nvPr/>
        </p:nvSpPr>
        <p:spPr>
          <a:xfrm>
            <a:off x="6274338" y="4433491"/>
            <a:ext cx="396865" cy="39687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383475" y="4542631"/>
            <a:ext cx="178589" cy="17859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274338" y="4922937"/>
            <a:ext cx="512362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Problem Solving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661475" y="5354439"/>
            <a:ext cx="5388039" cy="960636"/>
          </a:xfrm>
          <a:prstGeom prst="roundRect">
            <a:avLst>
              <a:gd name="adj" fmla="val 12396"/>
            </a:avLst>
          </a:prstGeom>
          <a:solidFill>
            <a:srgbClr val="E8F3E8"/>
          </a:solidFill>
          <a:ln/>
        </p:spPr>
      </p:sp>
      <p:sp>
        <p:nvSpPr>
          <p:cNvPr id="36" name="Shape 26"/>
          <p:cNvSpPr/>
          <p:nvPr/>
        </p:nvSpPr>
        <p:spPr>
          <a:xfrm>
            <a:off x="793730" y="5486698"/>
            <a:ext cx="396865" cy="39687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02868" y="5595838"/>
            <a:ext cx="178589" cy="17859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93730" y="5976144"/>
            <a:ext cx="5123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Debugging</a:t>
            </a:r>
            <a:endParaRPr lang="en-US" sz="1300" dirty="0"/>
          </a:p>
        </p:txBody>
      </p:sp>
      <p:sp>
        <p:nvSpPr>
          <p:cNvPr id="39" name="Shape 28"/>
          <p:cNvSpPr/>
          <p:nvPr/>
        </p:nvSpPr>
        <p:spPr>
          <a:xfrm>
            <a:off x="6142082" y="5354439"/>
            <a:ext cx="5388138" cy="960636"/>
          </a:xfrm>
          <a:prstGeom prst="roundRect">
            <a:avLst>
              <a:gd name="adj" fmla="val 12396"/>
            </a:avLst>
          </a:prstGeom>
          <a:solidFill>
            <a:srgbClr val="E8F3E8"/>
          </a:solidFill>
          <a:ln/>
        </p:spPr>
      </p:sp>
      <p:sp>
        <p:nvSpPr>
          <p:cNvPr id="40" name="Shape 29"/>
          <p:cNvSpPr/>
          <p:nvPr/>
        </p:nvSpPr>
        <p:spPr>
          <a:xfrm>
            <a:off x="6274338" y="5486698"/>
            <a:ext cx="396865" cy="39687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383475" y="5595838"/>
            <a:ext cx="178589" cy="17859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274338" y="5976144"/>
            <a:ext cx="512362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Team Collaboration</a:t>
            </a:r>
            <a:endParaRPr lang="en-US" sz="13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D268774-32C1-0695-2150-72580B501553}"/>
              </a:ext>
            </a:extLst>
          </p:cNvPr>
          <p:cNvSpPr/>
          <p:nvPr/>
        </p:nvSpPr>
        <p:spPr>
          <a:xfrm>
            <a:off x="11074400" y="6544733"/>
            <a:ext cx="1117600" cy="313267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9771"/>
            <a:ext cx="10868745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Future Enhancements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049933"/>
            <a:ext cx="10868745" cy="6910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8137" y="1287463"/>
            <a:ext cx="1727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04982" y="1177727"/>
            <a:ext cx="1019744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Email Notifications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811139"/>
            <a:ext cx="10868745" cy="6910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8137" y="2048669"/>
            <a:ext cx="1727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204982" y="1938933"/>
            <a:ext cx="1019744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AI-based Size Recommendation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572345"/>
            <a:ext cx="10868745" cy="6910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8137" y="2809875"/>
            <a:ext cx="1727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204982" y="2700139"/>
            <a:ext cx="1019744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Delivery Tracking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333552"/>
            <a:ext cx="10868745" cy="6910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8137" y="3571081"/>
            <a:ext cx="1727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4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204982" y="3461345"/>
            <a:ext cx="1019744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Mobile Application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094758"/>
            <a:ext cx="10868745" cy="69105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18137" y="4332288"/>
            <a:ext cx="1727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5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1204982" y="4222552"/>
            <a:ext cx="1019744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Cloud Deployment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855964"/>
            <a:ext cx="10868745" cy="69105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18137" y="5093494"/>
            <a:ext cx="1727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6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1204982" y="4983758"/>
            <a:ext cx="1019744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Inventory Management</a:t>
            </a:r>
            <a:endParaRPr lang="en-US" sz="11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617170"/>
            <a:ext cx="10868745" cy="691059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18137" y="5854700"/>
            <a:ext cx="1727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7</a:t>
            </a:r>
            <a:endParaRPr lang="en-US" sz="1350" dirty="0"/>
          </a:p>
        </p:txBody>
      </p:sp>
      <p:sp>
        <p:nvSpPr>
          <p:cNvPr id="23" name="Text 14"/>
          <p:cNvSpPr/>
          <p:nvPr/>
        </p:nvSpPr>
        <p:spPr>
          <a:xfrm>
            <a:off x="1204982" y="5744964"/>
            <a:ext cx="1019744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Tailor Appointment Booking</a:t>
            </a:r>
            <a:endParaRPr lang="en-US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BAB36B-FE6A-9EA7-21A6-4C4B3BFDE7B9}"/>
              </a:ext>
            </a:extLst>
          </p:cNvPr>
          <p:cNvSpPr/>
          <p:nvPr/>
        </p:nvSpPr>
        <p:spPr>
          <a:xfrm>
            <a:off x="11074400" y="6544733"/>
            <a:ext cx="1117600" cy="313267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8F3E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23589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Conclusion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110012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TailorPro provides a modern digital solution for tailoring businesses by simplifying order management, customer measurement storage, and order tracking. The project enhances efficiency, improves customer satisfaction, and demonstrates practical full-stack development skills using Java and MySQL.</a:t>
            </a:r>
            <a:endParaRPr lang="en-US" sz="1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07F254-45A1-3BD0-05FC-C9F423EB0C47}"/>
              </a:ext>
            </a:extLst>
          </p:cNvPr>
          <p:cNvSpPr/>
          <p:nvPr/>
        </p:nvSpPr>
        <p:spPr>
          <a:xfrm>
            <a:off x="11074400" y="6544733"/>
            <a:ext cx="1117600" cy="313267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465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GitHub Repository &amp; Demo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820690"/>
            <a:ext cx="5476043" cy="2090737"/>
          </a:xfrm>
          <a:prstGeom prst="roundRect">
            <a:avLst>
              <a:gd name="adj" fmla="val 13019"/>
            </a:avLst>
          </a:prstGeom>
          <a:solidFill>
            <a:srgbClr val="D1E7D2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3009702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GitHub Repository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3493988"/>
            <a:ext cx="57076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(Add your GitHub project link)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300970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Demo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3493988"/>
            <a:ext cx="5203794" cy="1247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(Localhost / Deployed Link)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(Optional)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QR Code linking to the GitHub repository.</a:t>
            </a:r>
            <a:endParaRPr lang="en-US" sz="14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E95832-5E6D-FE25-6EA7-45720311F196}"/>
              </a:ext>
            </a:extLst>
          </p:cNvPr>
          <p:cNvSpPr/>
          <p:nvPr/>
        </p:nvSpPr>
        <p:spPr>
          <a:xfrm>
            <a:off x="11074400" y="6544733"/>
            <a:ext cx="1117600" cy="313267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8F3E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01622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890341"/>
            <a:ext cx="6296860" cy="673298"/>
          </a:xfrm>
          <a:prstGeom prst="roundRect">
            <a:avLst>
              <a:gd name="adj" fmla="val 25266"/>
            </a:avLst>
          </a:prstGeom>
          <a:solidFill>
            <a:srgbClr val="E8F3E8"/>
          </a:solidFill>
          <a:ln/>
        </p:spPr>
      </p:sp>
      <p:sp>
        <p:nvSpPr>
          <p:cNvPr id="6" name="Text 3"/>
          <p:cNvSpPr/>
          <p:nvPr/>
        </p:nvSpPr>
        <p:spPr>
          <a:xfrm>
            <a:off x="850482" y="3079353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Questions &amp; Answers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61475" y="3752652"/>
            <a:ext cx="6296860" cy="1089124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850482" y="3941663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Presented by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0482" y="4350345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Lokesh 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571</Words>
  <Application>Microsoft Office PowerPoint</Application>
  <PresentationFormat>Widescreen</PresentationFormat>
  <Paragraphs>202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Nobile</vt:lpstr>
      <vt:lpstr>Nobile Bold</vt:lpstr>
      <vt:lpstr>Fraunces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Lokesh S</cp:lastModifiedBy>
  <cp:revision>2</cp:revision>
  <dcterms:created xsi:type="dcterms:W3CDTF">2026-07-15T11:10:39Z</dcterms:created>
  <dcterms:modified xsi:type="dcterms:W3CDTF">2026-07-15T11:30:24Z</dcterms:modified>
</cp:coreProperties>
</file>